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36" d="100"/>
          <a:sy n="136" d="100"/>
        </p:scale>
        <p:origin x="96" y="3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Healora AI - Customer Journey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From Registration to Longevity Path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1554480" cy="347472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A5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A5F3C"/>
                </a:solidFill>
              </a:defRPr>
            </a:pPr>
            <a:r>
              <a:t>1. REGISTRATION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* Landing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* Sign 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* Email Verify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974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* Account Active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06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(&lt; 5 min)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965960" y="2788920"/>
            <a:ext cx="137160" cy="27432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148840" y="1188720"/>
            <a:ext cx="1554480" cy="347472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40280" y="12801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976D2"/>
                </a:solidFill>
              </a:defRPr>
            </a:pPr>
            <a:r>
              <a:rPr dirty="0"/>
              <a:t>2. ONBOARDING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1737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* Health 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0574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* Health Quiz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3774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* Wearable Connect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26974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* Blood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3017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* Digital Twin Init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4206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(24-48h)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749039" y="2788920"/>
            <a:ext cx="137160" cy="27432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931920" y="1188720"/>
            <a:ext cx="1554480" cy="3474720"/>
          </a:xfrm>
          <a:prstGeom prst="roundRect">
            <a:avLst/>
          </a:prstGeom>
          <a:solidFill>
            <a:srgbClr val="F3E5F5"/>
          </a:solidFill>
          <a:ln w="254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23359" y="12801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B1FA2"/>
                </a:solidFill>
              </a:defRPr>
            </a:pPr>
            <a:r>
              <a:t>3. ENRICHING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59" y="1737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* Daily Diary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59" y="20574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* Weekly Check-in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59" y="23774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* Wearable Sync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59" y="26974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* Diet 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59" y="3017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* Twin Update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59" y="4206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(2-4 weeks)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532120" y="2788920"/>
            <a:ext cx="137160" cy="27432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715000" y="1188720"/>
            <a:ext cx="1554480" cy="347472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806440" y="12801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57C00"/>
                </a:solidFill>
              </a:defRPr>
            </a:pPr>
            <a:r>
              <a:t>4. RECOMMENDATIONS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1737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* AI/ML Generation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6440" y="20574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* Review &amp; Track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6440" y="23774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* Short-term (1-4w)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6440" y="26974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* Long-term (3-12m)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6440" y="4206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(Ongoing)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7315200" y="2788920"/>
            <a:ext cx="137160" cy="27432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7498079" y="1188720"/>
            <a:ext cx="1554480" cy="347472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589519" y="12801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62828"/>
                </a:solidFill>
              </a:defRPr>
            </a:pPr>
            <a:r>
              <a:t>5. OPTIMIZATION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19" y="1737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* Week 1-4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19" y="20574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* Week 5-8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9519" y="23774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* Week 9-12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19" y="26974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* Month 3-6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89519" y="3017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* Month 6-12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89519" y="4206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(6-12 months)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286000" y="4846320"/>
            <a:ext cx="2011680" cy="822960"/>
          </a:xfrm>
          <a:prstGeom prst="roundRect">
            <a:avLst/>
          </a:prstGeom>
          <a:solidFill>
            <a:srgbClr val="FFF3E0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377440" y="48920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Short-term (1-4 weeks)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77440" y="5166359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Sleep: 22:00-23:00</a:t>
            </a:r>
          </a:p>
          <a:p>
            <a:pPr>
              <a:defRPr sz="800"/>
            </a:pPr>
            <a:r>
              <a:t>Nutrition: No late eating</a:t>
            </a:r>
          </a:p>
          <a:p>
            <a:pPr>
              <a:defRPr sz="800"/>
            </a:pPr>
            <a:r>
              <a:t>Movement: 10k steps</a:t>
            </a:r>
          </a:p>
          <a:p>
            <a:pPr>
              <a:defRPr sz="800"/>
            </a:pPr>
            <a:r>
              <a:t>Meditation: 10min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0" y="4846320"/>
            <a:ext cx="2286000" cy="822960"/>
          </a:xfrm>
          <a:prstGeom prst="roundRect">
            <a:avLst/>
          </a:prstGeom>
          <a:solidFill>
            <a:srgbClr val="FFF3E0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663440" y="489204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Long-term (3-12 months)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5166359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IF Protocol 16:8</a:t>
            </a:r>
          </a:p>
          <a:p>
            <a:pPr>
              <a:defRPr sz="800"/>
            </a:pPr>
            <a:r>
              <a:t>Supplements (personalized)</a:t>
            </a:r>
          </a:p>
          <a:p>
            <a:pPr>
              <a:defRPr sz="800"/>
            </a:pPr>
            <a:r>
              <a:t>HIIT 2x/week</a:t>
            </a:r>
          </a:p>
          <a:p>
            <a:pPr>
              <a:defRPr sz="800"/>
            </a:pPr>
            <a:r>
              <a:t>Quarterly Lab Review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5852160"/>
            <a:ext cx="8595360" cy="4572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65760" y="594360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/>
            </a:pPr>
            <a:r>
              <a:t>Target Metrics: Sign-up 30% | Onboarding 70% | Adherence 80% | Acceptance 60% | Retention 50%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" y="640080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GOAL: Obesity diagnosis to Personalized Longevity Path | VALUE: AI Digital Twin</a:t>
            </a:r>
          </a:p>
        </p:txBody>
      </p:sp>
      <p:sp>
        <p:nvSpPr>
          <p:cNvPr id="55" name="Стрелка: круговая 54">
            <a:extLst>
              <a:ext uri="{FF2B5EF4-FFF2-40B4-BE49-F238E27FC236}">
                <a16:creationId xmlns:a16="http://schemas.microsoft.com/office/drawing/2014/main" id="{06FEF594-294F-6351-559C-A2053F435696}"/>
              </a:ext>
            </a:extLst>
          </p:cNvPr>
          <p:cNvSpPr/>
          <p:nvPr/>
        </p:nvSpPr>
        <p:spPr>
          <a:xfrm>
            <a:off x="4257822" y="3337560"/>
            <a:ext cx="604910" cy="594360"/>
          </a:xfrm>
          <a:prstGeom prst="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56" name="Стрелка: круговая 55">
            <a:extLst>
              <a:ext uri="{FF2B5EF4-FFF2-40B4-BE49-F238E27FC236}">
                <a16:creationId xmlns:a16="http://schemas.microsoft.com/office/drawing/2014/main" id="{D9BDCC1F-45B1-5841-7433-9CC1F2131390}"/>
              </a:ext>
            </a:extLst>
          </p:cNvPr>
          <p:cNvSpPr/>
          <p:nvPr/>
        </p:nvSpPr>
        <p:spPr>
          <a:xfrm rot="10800000">
            <a:off x="4257822" y="3498005"/>
            <a:ext cx="604910" cy="594360"/>
          </a:xfrm>
          <a:prstGeom prst="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196</Words>
  <Application>Microsoft Office PowerPoint</Application>
  <PresentationFormat>Экран (4:3)</PresentationFormat>
  <Paragraphs>47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Sergey V. S</cp:lastModifiedBy>
  <cp:revision>2</cp:revision>
  <dcterms:created xsi:type="dcterms:W3CDTF">2013-01-27T09:14:16Z</dcterms:created>
  <dcterms:modified xsi:type="dcterms:W3CDTF">2026-04-24T18:06:46Z</dcterms:modified>
  <cp:category/>
</cp:coreProperties>
</file>