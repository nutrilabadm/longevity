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Healora AI - Customer Journey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From Registration to Longevity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554480" cy="3474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A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5F3C"/>
                </a:solidFill>
              </a:defRPr>
            </a:pPr>
            <a:r>
              <a:t>1.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Email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Account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(&lt; 5 min)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596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1188720"/>
            <a:ext cx="1554480" cy="3474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76D2"/>
                </a:solidFill>
              </a:defRPr>
            </a:pPr>
            <a:r>
              <a:t>2.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Health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Health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Wearable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Blood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Digital Twin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(24-48h)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49039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31920" y="1188720"/>
            <a:ext cx="1554480" cy="34747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3. ENRICHING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Daily Diary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Weekly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59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Wearable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Diet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Twin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59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(2-4 weeks)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3212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15000" y="1188720"/>
            <a:ext cx="1554480" cy="34747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4.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AI/ML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Review &amp;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Short-term (1-4w)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Long-term (3-12m)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(Ongoing)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31520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79" y="1188720"/>
            <a:ext cx="1554480" cy="34747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19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5.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1-4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5-8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19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9-12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19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Month 3-6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19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Month 6-12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(6-12 months)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4846320"/>
            <a:ext cx="2011680" cy="822960"/>
          </a:xfrm>
          <a:prstGeom prst="roundRect">
            <a:avLst/>
          </a:prstGeom>
          <a:solidFill>
            <a:srgbClr val="FFF3E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4892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Short-term (1-4 weeks)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16635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Sleep: 22:00-23:00</a:t>
            </a:r>
          </a:p>
          <a:p>
            <a:pPr>
              <a:defRPr sz="800"/>
            </a:pPr>
            <a:r>
              <a:t>Nutrition: No late eating</a:t>
            </a:r>
          </a:p>
          <a:p>
            <a:pPr>
              <a:defRPr sz="800"/>
            </a:pPr>
            <a:r>
              <a:t>Movement: 10k steps</a:t>
            </a:r>
          </a:p>
          <a:p>
            <a:pPr>
              <a:defRPr sz="800"/>
            </a:pPr>
            <a:r>
              <a:t>Meditation: 10min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846320"/>
            <a:ext cx="2286000" cy="822960"/>
          </a:xfrm>
          <a:prstGeom prst="roundRect">
            <a:avLst/>
          </a:prstGeom>
          <a:solidFill>
            <a:srgbClr val="FFF3E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8920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Long-term (3-12 months)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166359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IF Protocol 16:8</a:t>
            </a:r>
          </a:p>
          <a:p>
            <a:pPr>
              <a:defRPr sz="800"/>
            </a:pPr>
            <a:r>
              <a:t>Supplements (personalized)</a:t>
            </a:r>
          </a:p>
          <a:p>
            <a:pPr>
              <a:defRPr sz="800"/>
            </a:pPr>
            <a:r>
              <a:t>HIIT 2x/week</a:t>
            </a:r>
          </a:p>
          <a:p>
            <a:pPr>
              <a:defRPr sz="800"/>
            </a:pPr>
            <a:r>
              <a:t>Quarterly Lab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852160"/>
            <a:ext cx="8595360" cy="4572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943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Target Metrics: Sign-up 30% | Onboarding 70% | Adherence 80% | Acceptance 60% | Retention 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GOAL: Obesity diagnosis to Personalized Longevity Path | VALUE: AI Digital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